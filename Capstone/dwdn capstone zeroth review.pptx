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F0ED5-B65A-4E5C-A4A6-6179528185E8}" v="31" dt="2026-10-16T08:22:33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aseem" userId="aaa01abc6ca83dfc" providerId="LiveId" clId="{79FF0ED5-B65A-4E5C-A4A6-6179528185E8}"/>
    <pc:docChg chg="custSel addSld delSld modSld sldOrd">
      <pc:chgData name="md aseem" userId="aaa01abc6ca83dfc" providerId="LiveId" clId="{79FF0ED5-B65A-4E5C-A4A6-6179528185E8}" dt="2026-10-16T08:29:25.576" v="373" actId="1076"/>
      <pc:docMkLst>
        <pc:docMk/>
      </pc:docMkLst>
      <pc:sldChg chg="addSp delSp modSp mod">
        <pc:chgData name="md aseem" userId="aaa01abc6ca83dfc" providerId="LiveId" clId="{79FF0ED5-B65A-4E5C-A4A6-6179528185E8}" dt="2026-10-16T08:29:25.576" v="373" actId="1076"/>
        <pc:sldMkLst>
          <pc:docMk/>
          <pc:sldMk cId="2390133346" sldId="256"/>
        </pc:sldMkLst>
        <pc:spChg chg="del mod">
          <ac:chgData name="md aseem" userId="aaa01abc6ca83dfc" providerId="LiveId" clId="{79FF0ED5-B65A-4E5C-A4A6-6179528185E8}" dt="2026-10-16T06:54:13.316" v="17" actId="478"/>
          <ac:spMkLst>
            <pc:docMk/>
            <pc:sldMk cId="2390133346" sldId="256"/>
            <ac:spMk id="2" creationId="{A819EF19-F31A-D310-1E26-5B115B0C65AE}"/>
          </ac:spMkLst>
        </pc:spChg>
        <pc:spChg chg="del mod">
          <ac:chgData name="md aseem" userId="aaa01abc6ca83dfc" providerId="LiveId" clId="{79FF0ED5-B65A-4E5C-A4A6-6179528185E8}" dt="2026-10-16T06:54:17.011" v="19" actId="478"/>
          <ac:spMkLst>
            <pc:docMk/>
            <pc:sldMk cId="2390133346" sldId="256"/>
            <ac:spMk id="3" creationId="{D1E05BC5-477B-C43C-811B-DDB75E94A6EE}"/>
          </ac:spMkLst>
        </pc:spChg>
        <pc:spChg chg="add mod">
          <ac:chgData name="md aseem" userId="aaa01abc6ca83dfc" providerId="LiveId" clId="{79FF0ED5-B65A-4E5C-A4A6-6179528185E8}" dt="2026-10-16T08:29:25.576" v="373" actId="1076"/>
          <ac:spMkLst>
            <pc:docMk/>
            <pc:sldMk cId="2390133346" sldId="256"/>
            <ac:spMk id="6" creationId="{015A02B6-9883-2325-4E4E-C0FCBFE8D3AA}"/>
          </ac:spMkLst>
        </pc:spChg>
        <pc:spChg chg="add mod">
          <ac:chgData name="md aseem" userId="aaa01abc6ca83dfc" providerId="LiveId" clId="{79FF0ED5-B65A-4E5C-A4A6-6179528185E8}" dt="2026-10-16T06:59:21.635" v="133" actId="1076"/>
          <ac:spMkLst>
            <pc:docMk/>
            <pc:sldMk cId="2390133346" sldId="256"/>
            <ac:spMk id="7" creationId="{35EC5CD1-1127-3E2D-946C-4A075CD7CC05}"/>
          </ac:spMkLst>
        </pc:spChg>
        <pc:spChg chg="add mod">
          <ac:chgData name="md aseem" userId="aaa01abc6ca83dfc" providerId="LiveId" clId="{79FF0ED5-B65A-4E5C-A4A6-6179528185E8}" dt="2026-10-16T07:01:30.823" v="167" actId="1076"/>
          <ac:spMkLst>
            <pc:docMk/>
            <pc:sldMk cId="2390133346" sldId="256"/>
            <ac:spMk id="8" creationId="{32505D13-72C8-67BF-1E3C-6028D74E53C2}"/>
          </ac:spMkLst>
        </pc:spChg>
        <pc:spChg chg="add del mod">
          <ac:chgData name="md aseem" userId="aaa01abc6ca83dfc" providerId="LiveId" clId="{79FF0ED5-B65A-4E5C-A4A6-6179528185E8}" dt="2026-10-16T06:59:58.092" v="136"/>
          <ac:spMkLst>
            <pc:docMk/>
            <pc:sldMk cId="2390133346" sldId="256"/>
            <ac:spMk id="9" creationId="{2603DD6D-78F0-97A1-2B9D-A183464F5374}"/>
          </ac:spMkLst>
        </pc:spChg>
        <pc:spChg chg="add mod">
          <ac:chgData name="md aseem" userId="aaa01abc6ca83dfc" providerId="LiveId" clId="{79FF0ED5-B65A-4E5C-A4A6-6179528185E8}" dt="2026-10-16T07:01:44.496" v="169" actId="1076"/>
          <ac:spMkLst>
            <pc:docMk/>
            <pc:sldMk cId="2390133346" sldId="256"/>
            <ac:spMk id="10" creationId="{658696CC-1A6B-BA47-3725-DED762B717DE}"/>
          </ac:spMkLst>
        </pc:spChg>
        <pc:spChg chg="add mod">
          <ac:chgData name="md aseem" userId="aaa01abc6ca83dfc" providerId="LiveId" clId="{79FF0ED5-B65A-4E5C-A4A6-6179528185E8}" dt="2026-10-16T08:05:12.093" v="280" actId="20577"/>
          <ac:spMkLst>
            <pc:docMk/>
            <pc:sldMk cId="2390133346" sldId="256"/>
            <ac:spMk id="11" creationId="{6BB17733-9331-3026-B858-4F31C6C789F5}"/>
          </ac:spMkLst>
        </pc:spChg>
        <pc:spChg chg="add mod">
          <ac:chgData name="md aseem" userId="aaa01abc6ca83dfc" providerId="LiveId" clId="{79FF0ED5-B65A-4E5C-A4A6-6179528185E8}" dt="2026-10-16T08:29:21.470" v="372" actId="1076"/>
          <ac:spMkLst>
            <pc:docMk/>
            <pc:sldMk cId="2390133346" sldId="256"/>
            <ac:spMk id="12" creationId="{C3429344-19A1-DE9B-3A52-E66EE35E9D64}"/>
          </ac:spMkLst>
        </pc:spChg>
        <pc:picChg chg="add mod">
          <ac:chgData name="md aseem" userId="aaa01abc6ca83dfc" providerId="LiveId" clId="{79FF0ED5-B65A-4E5C-A4A6-6179528185E8}" dt="2026-10-16T06:54:08.526" v="14"/>
          <ac:picMkLst>
            <pc:docMk/>
            <pc:sldMk cId="2390133346" sldId="256"/>
            <ac:picMk id="4" creationId="{96D24B27-E7DC-2A23-00D8-6149A9E08E68}"/>
          </ac:picMkLst>
        </pc:picChg>
      </pc:sldChg>
      <pc:sldChg chg="addSp modSp mod">
        <pc:chgData name="md aseem" userId="aaa01abc6ca83dfc" providerId="LiveId" clId="{79FF0ED5-B65A-4E5C-A4A6-6179528185E8}" dt="2026-10-16T08:21:59.468" v="367" actId="14100"/>
        <pc:sldMkLst>
          <pc:docMk/>
          <pc:sldMk cId="2949498069" sldId="257"/>
        </pc:sldMkLst>
        <pc:spChg chg="mod">
          <ac:chgData name="md aseem" userId="aaa01abc6ca83dfc" providerId="LiveId" clId="{79FF0ED5-B65A-4E5C-A4A6-6179528185E8}" dt="2026-10-16T08:21:59.468" v="367" actId="14100"/>
          <ac:spMkLst>
            <pc:docMk/>
            <pc:sldMk cId="2949498069" sldId="257"/>
            <ac:spMk id="4" creationId="{414FC3CA-71D6-12E6-F717-AD0C753FEDD8}"/>
          </ac:spMkLst>
        </pc:spChg>
        <pc:picChg chg="add mod">
          <ac:chgData name="md aseem" userId="aaa01abc6ca83dfc" providerId="LiveId" clId="{79FF0ED5-B65A-4E5C-A4A6-6179528185E8}" dt="2026-10-16T07:02:00.131" v="170"/>
          <ac:picMkLst>
            <pc:docMk/>
            <pc:sldMk cId="2949498069" sldId="257"/>
            <ac:picMk id="2" creationId="{0C9F8248-9955-A6E9-76E4-950721EA8D5F}"/>
          </ac:picMkLst>
        </pc:picChg>
        <pc:picChg chg="add mod">
          <ac:chgData name="md aseem" userId="aaa01abc6ca83dfc" providerId="LiveId" clId="{79FF0ED5-B65A-4E5C-A4A6-6179528185E8}" dt="2026-10-16T07:02:11.582" v="171"/>
          <ac:picMkLst>
            <pc:docMk/>
            <pc:sldMk cId="2949498069" sldId="257"/>
            <ac:picMk id="3" creationId="{F6C627A2-564B-2461-184B-893C6C315BBB}"/>
          </ac:picMkLst>
        </pc:picChg>
      </pc:sldChg>
      <pc:sldChg chg="addSp modSp ord">
        <pc:chgData name="md aseem" userId="aaa01abc6ca83dfc" providerId="LiveId" clId="{79FF0ED5-B65A-4E5C-A4A6-6179528185E8}" dt="2026-10-16T07:11:58.834" v="189"/>
        <pc:sldMkLst>
          <pc:docMk/>
          <pc:sldMk cId="2560684003" sldId="258"/>
        </pc:sldMkLst>
        <pc:spChg chg="mod">
          <ac:chgData name="md aseem" userId="aaa01abc6ca83dfc" providerId="LiveId" clId="{79FF0ED5-B65A-4E5C-A4A6-6179528185E8}" dt="2026-10-16T07:09:10.029" v="183" actId="1076"/>
          <ac:spMkLst>
            <pc:docMk/>
            <pc:sldMk cId="2560684003" sldId="258"/>
            <ac:spMk id="5" creationId="{69F7E3EC-5E02-8BC0-A773-017764CD934C}"/>
          </ac:spMkLst>
        </pc:spChg>
        <pc:picChg chg="add mod">
          <ac:chgData name="md aseem" userId="aaa01abc6ca83dfc" providerId="LiveId" clId="{79FF0ED5-B65A-4E5C-A4A6-6179528185E8}" dt="2026-10-16T07:02:17.392" v="172"/>
          <ac:picMkLst>
            <pc:docMk/>
            <pc:sldMk cId="2560684003" sldId="258"/>
            <ac:picMk id="3" creationId="{32FD42F4-2496-02BE-61D2-B7E40E5554EF}"/>
          </ac:picMkLst>
        </pc:picChg>
        <pc:picChg chg="add mod">
          <ac:chgData name="md aseem" userId="aaa01abc6ca83dfc" providerId="LiveId" clId="{79FF0ED5-B65A-4E5C-A4A6-6179528185E8}" dt="2026-10-16T07:02:25.509" v="175"/>
          <ac:picMkLst>
            <pc:docMk/>
            <pc:sldMk cId="2560684003" sldId="258"/>
            <ac:picMk id="4" creationId="{5B8094BF-B8C0-B06E-D68C-D9D23B38465C}"/>
          </ac:picMkLst>
        </pc:picChg>
      </pc:sldChg>
      <pc:sldChg chg="addSp modSp">
        <pc:chgData name="md aseem" userId="aaa01abc6ca83dfc" providerId="LiveId" clId="{79FF0ED5-B65A-4E5C-A4A6-6179528185E8}" dt="2026-10-16T08:22:33.155" v="368" actId="1076"/>
        <pc:sldMkLst>
          <pc:docMk/>
          <pc:sldMk cId="959217513" sldId="259"/>
        </pc:sldMkLst>
        <pc:spChg chg="mod">
          <ac:chgData name="md aseem" userId="aaa01abc6ca83dfc" providerId="LiveId" clId="{79FF0ED5-B65A-4E5C-A4A6-6179528185E8}" dt="2026-10-16T08:22:33.155" v="368" actId="1076"/>
          <ac:spMkLst>
            <pc:docMk/>
            <pc:sldMk cId="959217513" sldId="259"/>
            <ac:spMk id="4" creationId="{4D04F982-4D6A-5F4C-DAB9-3E3287E87794}"/>
          </ac:spMkLst>
        </pc:spChg>
        <pc:picChg chg="add mod">
          <ac:chgData name="md aseem" userId="aaa01abc6ca83dfc" providerId="LiveId" clId="{79FF0ED5-B65A-4E5C-A4A6-6179528185E8}" dt="2026-10-16T07:02:19.535" v="173"/>
          <ac:picMkLst>
            <pc:docMk/>
            <pc:sldMk cId="959217513" sldId="259"/>
            <ac:picMk id="3" creationId="{6792A6A3-BEC1-4D45-9EA7-5C5CCF85BEBC}"/>
          </ac:picMkLst>
        </pc:picChg>
        <pc:picChg chg="add mod">
          <ac:chgData name="md aseem" userId="aaa01abc6ca83dfc" providerId="LiveId" clId="{79FF0ED5-B65A-4E5C-A4A6-6179528185E8}" dt="2026-10-16T07:02:26.838" v="176"/>
          <ac:picMkLst>
            <pc:docMk/>
            <pc:sldMk cId="959217513" sldId="259"/>
            <ac:picMk id="5" creationId="{C63B895F-64AA-3B82-78F7-DDD3DBB72452}"/>
          </ac:picMkLst>
        </pc:picChg>
      </pc:sldChg>
      <pc:sldChg chg="addSp delSp modSp mod">
        <pc:chgData name="md aseem" userId="aaa01abc6ca83dfc" providerId="LiveId" clId="{79FF0ED5-B65A-4E5C-A4A6-6179528185E8}" dt="2026-10-16T07:09:43.165" v="185" actId="478"/>
        <pc:sldMkLst>
          <pc:docMk/>
          <pc:sldMk cId="423015212" sldId="260"/>
        </pc:sldMkLst>
        <pc:spChg chg="add del mod">
          <ac:chgData name="md aseem" userId="aaa01abc6ca83dfc" providerId="LiveId" clId="{79FF0ED5-B65A-4E5C-A4A6-6179528185E8}" dt="2026-10-16T07:09:43.165" v="185" actId="478"/>
          <ac:spMkLst>
            <pc:docMk/>
            <pc:sldMk cId="423015212" sldId="260"/>
            <ac:spMk id="2" creationId="{D3724AEB-AD49-CFB9-4D1B-1F4F392D1DAF}"/>
          </ac:spMkLst>
        </pc:spChg>
        <pc:spChg chg="del">
          <ac:chgData name="md aseem" userId="aaa01abc6ca83dfc" providerId="LiveId" clId="{79FF0ED5-B65A-4E5C-A4A6-6179528185E8}" dt="2026-10-16T06:49:35.583" v="4"/>
          <ac:spMkLst>
            <pc:docMk/>
            <pc:sldMk cId="423015212" sldId="260"/>
            <ac:spMk id="3" creationId="{786EF8E5-0D29-5B48-7F53-570248C1D4FF}"/>
          </ac:spMkLst>
        </pc:spChg>
        <pc:spChg chg="add del mod">
          <ac:chgData name="md aseem" userId="aaa01abc6ca83dfc" providerId="LiveId" clId="{79FF0ED5-B65A-4E5C-A4A6-6179528185E8}" dt="2026-10-16T07:09:43.165" v="185" actId="478"/>
          <ac:spMkLst>
            <pc:docMk/>
            <pc:sldMk cId="423015212" sldId="260"/>
            <ac:spMk id="4" creationId="{5F3B4F4B-A8BE-761F-EFB0-6CAE058B1207}"/>
          </ac:spMkLst>
        </pc:spChg>
        <pc:spChg chg="add mod">
          <ac:chgData name="md aseem" userId="aaa01abc6ca83dfc" providerId="LiveId" clId="{79FF0ED5-B65A-4E5C-A4A6-6179528185E8}" dt="2026-10-16T07:09:42.225" v="184" actId="478"/>
          <ac:spMkLst>
            <pc:docMk/>
            <pc:sldMk cId="423015212" sldId="260"/>
            <ac:spMk id="7" creationId="{FD282DB1-AB61-38BC-21E9-81A850B07B45}"/>
          </ac:spMkLst>
        </pc:spChg>
        <pc:spChg chg="add mod">
          <ac:chgData name="md aseem" userId="aaa01abc6ca83dfc" providerId="LiveId" clId="{79FF0ED5-B65A-4E5C-A4A6-6179528185E8}" dt="2026-10-16T07:09:42.225" v="184" actId="478"/>
          <ac:spMkLst>
            <pc:docMk/>
            <pc:sldMk cId="423015212" sldId="260"/>
            <ac:spMk id="8" creationId="{E87FC547-68FD-3C26-6CAA-2B44D5E68384}"/>
          </ac:spMkLst>
        </pc:spChg>
        <pc:picChg chg="add del mod">
          <ac:chgData name="md aseem" userId="aaa01abc6ca83dfc" providerId="LiveId" clId="{79FF0ED5-B65A-4E5C-A4A6-6179528185E8}" dt="2026-10-16T07:09:43.165" v="185" actId="478"/>
          <ac:picMkLst>
            <pc:docMk/>
            <pc:sldMk cId="423015212" sldId="260"/>
            <ac:picMk id="5" creationId="{8814B5D9-7C16-2A65-DF87-6DA51A3990CF}"/>
          </ac:picMkLst>
        </pc:picChg>
        <pc:picChg chg="add del mod">
          <ac:chgData name="md aseem" userId="aaa01abc6ca83dfc" providerId="LiveId" clId="{79FF0ED5-B65A-4E5C-A4A6-6179528185E8}" dt="2026-10-16T07:09:43.165" v="185" actId="478"/>
          <ac:picMkLst>
            <pc:docMk/>
            <pc:sldMk cId="423015212" sldId="260"/>
            <ac:picMk id="6" creationId="{23362C72-B4F4-9C58-94F1-C4F9F982E77C}"/>
          </ac:picMkLst>
        </pc:picChg>
      </pc:sldChg>
      <pc:sldChg chg="addSp delSp modSp new mod">
        <pc:chgData name="md aseem" userId="aaa01abc6ca83dfc" providerId="LiveId" clId="{79FF0ED5-B65A-4E5C-A4A6-6179528185E8}" dt="2026-10-16T07:40:42.287" v="224" actId="1076"/>
        <pc:sldMkLst>
          <pc:docMk/>
          <pc:sldMk cId="1945153111" sldId="261"/>
        </pc:sldMkLst>
        <pc:spChg chg="mod">
          <ac:chgData name="md aseem" userId="aaa01abc6ca83dfc" providerId="LiveId" clId="{79FF0ED5-B65A-4E5C-A4A6-6179528185E8}" dt="2026-10-16T07:40:42.287" v="224" actId="1076"/>
          <ac:spMkLst>
            <pc:docMk/>
            <pc:sldMk cId="1945153111" sldId="261"/>
            <ac:spMk id="2" creationId="{4A22C170-A40F-1D12-99B3-34CA8024FEC7}"/>
          </ac:spMkLst>
        </pc:spChg>
        <pc:spChg chg="del mod">
          <ac:chgData name="md aseem" userId="aaa01abc6ca83dfc" providerId="LiveId" clId="{79FF0ED5-B65A-4E5C-A4A6-6179528185E8}" dt="2026-10-16T07:33:59.579" v="196" actId="478"/>
          <ac:spMkLst>
            <pc:docMk/>
            <pc:sldMk cId="1945153111" sldId="261"/>
            <ac:spMk id="3" creationId="{86965B9E-B9E3-030C-3731-6664C0BF4415}"/>
          </ac:spMkLst>
        </pc:spChg>
        <pc:spChg chg="add mod">
          <ac:chgData name="md aseem" userId="aaa01abc6ca83dfc" providerId="LiveId" clId="{79FF0ED5-B65A-4E5C-A4A6-6179528185E8}" dt="2026-10-16T07:35:42.439" v="216" actId="1076"/>
          <ac:spMkLst>
            <pc:docMk/>
            <pc:sldMk cId="1945153111" sldId="261"/>
            <ac:spMk id="6" creationId="{BEC10AF6-E6EB-1975-06B0-582446264D21}"/>
          </ac:spMkLst>
        </pc:spChg>
        <pc:picChg chg="add mod">
          <ac:chgData name="md aseem" userId="aaa01abc6ca83dfc" providerId="LiveId" clId="{79FF0ED5-B65A-4E5C-A4A6-6179528185E8}" dt="2026-10-16T07:35:29.384" v="213" actId="14100"/>
          <ac:picMkLst>
            <pc:docMk/>
            <pc:sldMk cId="1945153111" sldId="261"/>
            <ac:picMk id="4" creationId="{D49493A4-DCC8-1686-8E6A-02D1A01E158A}"/>
          </ac:picMkLst>
        </pc:picChg>
        <pc:picChg chg="add mod">
          <ac:chgData name="md aseem" userId="aaa01abc6ca83dfc" providerId="LiveId" clId="{79FF0ED5-B65A-4E5C-A4A6-6179528185E8}" dt="2026-10-16T07:35:34" v="214" actId="14100"/>
          <ac:picMkLst>
            <pc:docMk/>
            <pc:sldMk cId="1945153111" sldId="261"/>
            <ac:picMk id="5" creationId="{91E61A08-68E2-DA9E-841C-387752CAB8ED}"/>
          </ac:picMkLst>
        </pc:picChg>
      </pc:sldChg>
      <pc:sldChg chg="new del">
        <pc:chgData name="md aseem" userId="aaa01abc6ca83dfc" providerId="LiveId" clId="{79FF0ED5-B65A-4E5C-A4A6-6179528185E8}" dt="2026-10-16T07:07:12.816" v="181" actId="47"/>
        <pc:sldMkLst>
          <pc:docMk/>
          <pc:sldMk cId="2242120061" sldId="261"/>
        </pc:sldMkLst>
      </pc:sldChg>
      <pc:sldChg chg="addSp delSp modSp new mod">
        <pc:chgData name="md aseem" userId="aaa01abc6ca83dfc" providerId="LiveId" clId="{79FF0ED5-B65A-4E5C-A4A6-6179528185E8}" dt="2026-10-16T07:37:23.521" v="223" actId="14100"/>
        <pc:sldMkLst>
          <pc:docMk/>
          <pc:sldMk cId="727563762" sldId="262"/>
        </pc:sldMkLst>
        <pc:spChg chg="del mod">
          <ac:chgData name="md aseem" userId="aaa01abc6ca83dfc" providerId="LiveId" clId="{79FF0ED5-B65A-4E5C-A4A6-6179528185E8}" dt="2026-10-16T07:37:13.754" v="220" actId="478"/>
          <ac:spMkLst>
            <pc:docMk/>
            <pc:sldMk cId="727563762" sldId="262"/>
            <ac:spMk id="2" creationId="{1BFBBCA9-8642-1599-8E37-C76C4CF2F4FA}"/>
          </ac:spMkLst>
        </pc:spChg>
        <pc:spChg chg="del">
          <ac:chgData name="md aseem" userId="aaa01abc6ca83dfc" providerId="LiveId" clId="{79FF0ED5-B65A-4E5C-A4A6-6179528185E8}" dt="2026-10-16T07:37:07.817" v="218"/>
          <ac:spMkLst>
            <pc:docMk/>
            <pc:sldMk cId="727563762" sldId="262"/>
            <ac:spMk id="3" creationId="{2F953A67-AFDA-FF02-19FE-808D6D644AE5}"/>
          </ac:spMkLst>
        </pc:spChg>
        <pc:picChg chg="add mod">
          <ac:chgData name="md aseem" userId="aaa01abc6ca83dfc" providerId="LiveId" clId="{79FF0ED5-B65A-4E5C-A4A6-6179528185E8}" dt="2026-10-16T07:37:23.521" v="223" actId="14100"/>
          <ac:picMkLst>
            <pc:docMk/>
            <pc:sldMk cId="727563762" sldId="262"/>
            <ac:picMk id="4" creationId="{D8E90194-5DE1-EA92-C9E9-D8112F5C65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2430-4EC7-9FB4-3429-43E0C385E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CE4A2-BBA7-3120-0B14-4D82B3AF6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A3983-3D74-029F-05D1-A3EF4940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C582E-1B03-51ED-AFC7-8EF21470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D1417-0468-FB19-3889-5103BB4A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21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A6B6-D859-C876-D166-97FA25FE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7482-54E0-BB02-B26A-565EDF918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8BF5D-0C42-95A3-6147-AE512025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E9836-7BB3-B046-F36F-9C6DC8E2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8D2D1-9C57-5573-BC3B-EB212B1F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511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BF50-130B-9E2D-93A7-9706A186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64E4A-2E80-C0EF-1B99-4B6597C11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C0D6D-F4B9-D619-BD09-391AB2AA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389A-58EB-6B7A-D126-CACCF732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70542-B923-3D28-54B4-1F3784AC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1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C49E-7A36-6E83-BEE7-A3592C12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9BB64-9D9D-5175-8FE9-FC95FF5F6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7ADEE-9483-BCE3-022F-19D5C6D96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C4612-F6B9-0291-1106-B991B982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452B9-7634-7877-2F8C-DA063C2C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B63F1-3F76-08F2-D35B-530DD35F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39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42E8-9062-D3DE-505D-DC800C11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05B15-FF81-A0D9-1D7A-840383BDB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72758-85B3-7FD5-2D1F-21349FCB0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E59B9-377A-95CE-B41A-8FE0EFB15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A6E08-695C-DF7D-399F-AFD3E7CA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23F1AF-566A-7F8C-6209-7ED31563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BE002-10DB-B24B-96A5-576EBC53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3F2F62-CB30-2226-1ED4-3A31EC97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2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8BE3-9A00-E6F3-A1BF-45A093E6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E132A-3A52-78D8-731F-52E4C0D0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856EE-A707-39ED-8CFD-A4C9DD1D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5BF67-8128-D08F-D43A-77DFB1D1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8A30D2-31BF-D7B6-9998-70088451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EEE2B7-3082-5C8F-BE66-75ACFFEE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AB243-0311-51F4-0F51-445459F8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A163-C186-BD3C-8524-8074626A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A022-34BF-E576-43A8-993B7F52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A15B2-99D0-8177-CB4F-4F7F08A2D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46149-62C1-E589-F07A-B8011939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09959-3F21-F0A3-2676-22E6155E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CFEBA-2F18-4BF8-D7B3-0FF1E0CB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1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FEFB-D1A5-68B6-A247-665E2B191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EF49F-E8CE-C57C-AD33-D2612A111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FEC1C-2A47-55EE-3A72-7C14EC3A6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281F1-5E26-9217-9170-2DED142B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453BD-FF56-90ED-52D5-EF6FBE33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795C0-A89F-61E6-8BA9-AED8772E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23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86CD-AF85-EA88-6162-DD93212E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02FCE-5836-32D9-DA5A-0E41C123E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E91E-3604-7CB5-808C-63B899B3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F3134-F8D7-6B75-4F44-CBEC6F21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DCF1C-459A-66A4-2965-9C76CA1B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78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63CF0-8F22-4A5F-F164-7137A6B67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097F8-72CB-EEC2-52C0-7F7A006BA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8548B-5AB1-A540-9D6D-3BB329DD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82C8C-B762-7876-C0C0-2D183EF6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9A07-6FC8-6A1F-D2B9-2E3BD548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94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13661-9659-ED84-4BB6-66F6E8DAA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A3456-1DE2-C20D-DBAB-7619A471E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BD316-0CB7-E203-0F00-6EB195DFA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FC5B3-5D9F-4BB8-BCC2-2359FCAE325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A074D-B904-B6F3-FFBD-E1E595BF7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6092-2D40-A0DE-75C6-2DD181E7E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14CC6-A11C-4C8B-9453-F046E05C32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74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96D24B27-E7DC-2A23-00D8-6149A9E08E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2390"/>
            <a:ext cx="12192000" cy="1123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5A02B6-9883-2325-4E4E-C0FCBFE8D3AA}"/>
              </a:ext>
            </a:extLst>
          </p:cNvPr>
          <p:cNvSpPr txBox="1"/>
          <p:nvPr/>
        </p:nvSpPr>
        <p:spPr>
          <a:xfrm>
            <a:off x="0" y="1655169"/>
            <a:ext cx="1234004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Cybersecurity Threat Analytics Platform Using Network Anomaly Detection and Intrusion Classification</a:t>
            </a:r>
            <a:endParaRPr lang="en-IN" sz="3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C5CD1-1127-3E2D-946C-4A075CD7CC05}"/>
              </a:ext>
            </a:extLst>
          </p:cNvPr>
          <p:cNvSpPr txBox="1"/>
          <p:nvPr/>
        </p:nvSpPr>
        <p:spPr>
          <a:xfrm>
            <a:off x="6596743" y="4571889"/>
            <a:ext cx="1979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/>
              <a:t>: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05D13-72C8-67BF-1E3C-6028D74E53C2}"/>
              </a:ext>
            </a:extLst>
          </p:cNvPr>
          <p:cNvSpPr txBox="1"/>
          <p:nvPr/>
        </p:nvSpPr>
        <p:spPr>
          <a:xfrm>
            <a:off x="8456191" y="5101125"/>
            <a:ext cx="352731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Mohamed Aseem J (192511258)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Ganesh Reddy B (192525445)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Vamshi E (192525090)</a:t>
            </a:r>
          </a:p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696CC-1A6B-BA47-3725-DED762B717DE}"/>
              </a:ext>
            </a:extLst>
          </p:cNvPr>
          <p:cNvSpPr txBox="1"/>
          <p:nvPr/>
        </p:nvSpPr>
        <p:spPr>
          <a:xfrm>
            <a:off x="894379" y="4571889"/>
            <a:ext cx="1697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Gudied By: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B17733-9331-3026-B858-4F31C6C789F5}"/>
              </a:ext>
            </a:extLst>
          </p:cNvPr>
          <p:cNvSpPr txBox="1"/>
          <p:nvPr/>
        </p:nvSpPr>
        <p:spPr>
          <a:xfrm>
            <a:off x="2592280" y="5101125"/>
            <a:ext cx="21034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Dr.Renuga 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Professor/Program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429344-19A1-DE9B-3A52-E66EE35E9D64}"/>
              </a:ext>
            </a:extLst>
          </p:cNvPr>
          <p:cNvSpPr txBox="1"/>
          <p:nvPr/>
        </p:nvSpPr>
        <p:spPr>
          <a:xfrm>
            <a:off x="2366261" y="3152001"/>
            <a:ext cx="74594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CSA1614-Data Warehousing And Data Mining</a:t>
            </a:r>
            <a:endParaRPr lang="en-I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13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14FC3CA-71D6-12E6-F717-AD0C753FED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7070" y="1725151"/>
            <a:ext cx="11704930" cy="460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developing an intelligent cybersecurity platform for detecting suspicious network activities.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algorithms to analyze network traffic and identify abnormal communication patterns.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deviations from normal network behavior using anomaly detection techniques.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classifies network traffic into normal and malicious categories using intrusion classification algorithms.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supported attack categories such as Denial-of-Service (DoS), network scanning, and other intrusion types.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F86FA-B523-B221-C2D3-E2C9F987BEA6}"/>
              </a:ext>
            </a:extLst>
          </p:cNvPr>
          <p:cNvSpPr txBox="1"/>
          <p:nvPr/>
        </p:nvSpPr>
        <p:spPr>
          <a:xfrm>
            <a:off x="4340336" y="55497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0C9F8248-9955-A6E9-76E4-950721EA8D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1257"/>
            <a:ext cx="974141" cy="1234619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F6C627A2-564B-2461-184B-893C6C315B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484" y="0"/>
            <a:ext cx="1376516" cy="12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9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5A71D-A581-512D-5B82-72B9AE2AC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074" y="669925"/>
            <a:ext cx="10515600" cy="1325563"/>
          </a:xfrm>
        </p:spPr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F7E3EC-5E02-8BC0-A773-017764CD93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0462" y="2153238"/>
            <a:ext cx="11993987" cy="358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protects computer systems, networks, and sensitive information from unauthorized access and malicious activities.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 face threats such as malware communication, unauthorized access, network scanning, and denial-of-service attacks.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systems often rely on predefined rules and known attack signatures.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may have difficulty identifying unfamiliar attack patterns or unusual behavior.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anomaly detection identifies traffic that differs significantly from expected behavior.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2FD42F4-2496-02BE-61D2-B7E40E5554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5484" y="0"/>
            <a:ext cx="1376516" cy="1213362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5B8094BF-B8C0-B06E-D68C-D9D23B3846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21257"/>
            <a:ext cx="974141" cy="123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8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B534-7E50-B908-2F29-240847D0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263" y="500062"/>
            <a:ext cx="10515600" cy="1325563"/>
          </a:xfrm>
        </p:spPr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04F982-4D6A-5F4C-DAB9-3E3287E877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414" y="2222329"/>
            <a:ext cx="11749069" cy="307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continuously generate large amounts of traffic that are difficult to monitor manually.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Cyberattacks may appear as unusual communication patterns within normal network traffic.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detection may fail to recognize previously unseen attacks.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traffic inspection requires significant time and technical expertise.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intrusion detection systems generate excessive false-positive alerts.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792A6A3-BEC1-4D45-9EA7-5C5CCF85BE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5484" y="0"/>
            <a:ext cx="1376516" cy="1213362"/>
          </a:xfrm>
          <a:prstGeom prst="rect">
            <a:avLst/>
          </a:prstGeom>
        </p:spPr>
      </p:pic>
      <p:pic>
        <p:nvPicPr>
          <p:cNvPr id="5" name="object 2">
            <a:extLst>
              <a:ext uri="{FF2B5EF4-FFF2-40B4-BE49-F238E27FC236}">
                <a16:creationId xmlns:a16="http://schemas.microsoft.com/office/drawing/2014/main" id="{C63B895F-64AA-3B82-78F7-DDD3DBB724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21257"/>
            <a:ext cx="974141" cy="123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1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4AEB-AD49-CFB9-4D1B-1F4F392D1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299" y="924418"/>
            <a:ext cx="10515600" cy="1325563"/>
          </a:xfrm>
        </p:spPr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3B4F4B-A8BE-761F-EFB0-6CAE058B12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5443" y="2547267"/>
            <a:ext cx="10752559" cy="257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platform for network threat analysis.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network traffic data from public datasets or authorized monitoring environments.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network traffic records for machine learning.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abnormal traffic patterns using anomaly detection algorithms.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classify network traffic into normal and malicious categories.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8814B5D9-7C16-2A65-DF87-6DA51A3990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5484" y="0"/>
            <a:ext cx="1376516" cy="1213362"/>
          </a:xfrm>
          <a:prstGeom prst="rect">
            <a:avLst/>
          </a:prstGeo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23362C72-B4F4-9C58-94F1-C4F9F982E7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21257"/>
            <a:ext cx="974141" cy="123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C170-A40F-1D12-99B3-34CA8024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682" y="1007782"/>
            <a:ext cx="12259491" cy="1325563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1: Network Traffic Collection and Preprocessing</a:t>
            </a:r>
            <a:endParaRPr 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49493A4-DCC8-1686-8E6A-02D1A01E15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1257"/>
            <a:ext cx="949911" cy="1213363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91E61A08-68E2-DA9E-841C-387752CAB8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34944" y="0"/>
            <a:ext cx="1157056" cy="109195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EC10AF6-E6EB-1975-06B0-582446264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842" y="2775670"/>
            <a:ext cx="9257663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network traffic records from public cybersecurity datasets..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network traffic data into the application.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network features and target labels.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unnecessary columns and duplicate records when appropriate.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or invalid values.</a:t>
            </a:r>
          </a:p>
        </p:txBody>
      </p:sp>
    </p:spTree>
    <p:extLst>
      <p:ext uri="{BB962C8B-B14F-4D97-AF65-F5344CB8AC3E}">
        <p14:creationId xmlns:p14="http://schemas.microsoft.com/office/powerpoint/2010/main" val="194515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D8E90194-5DE1-EA92-C9E9-D8112F5C656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63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359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Introduction</vt:lpstr>
      <vt:lpstr>Problem Statement</vt:lpstr>
      <vt:lpstr>Objectives</vt:lpstr>
      <vt:lpstr>Module 1: Network Traffic Collection and Preprocessing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aseem</dc:creator>
  <cp:lastModifiedBy>md aseem</cp:lastModifiedBy>
  <cp:revision>1</cp:revision>
  <dcterms:created xsi:type="dcterms:W3CDTF">2026-10-15T14:02:20Z</dcterms:created>
  <dcterms:modified xsi:type="dcterms:W3CDTF">2026-10-16T08:29:27Z</dcterms:modified>
</cp:coreProperties>
</file>